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61" r:id="rId3"/>
    <p:sldId id="258" r:id="rId4"/>
    <p:sldId id="322" r:id="rId5"/>
    <p:sldId id="323" r:id="rId6"/>
    <p:sldId id="329" r:id="rId7"/>
    <p:sldId id="266" r:id="rId8"/>
    <p:sldId id="330" r:id="rId9"/>
    <p:sldId id="331" r:id="rId10"/>
    <p:sldId id="280" r:id="rId11"/>
    <p:sldId id="333" r:id="rId12"/>
    <p:sldId id="334" r:id="rId13"/>
    <p:sldId id="336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6" autoAdjust="0"/>
    <p:restoredTop sz="95833"/>
  </p:normalViewPr>
  <p:slideViewPr>
    <p:cSldViewPr snapToGrid="0" snapToObjects="1">
      <p:cViewPr varScale="1">
        <p:scale>
          <a:sx n="70" d="100"/>
          <a:sy n="70" d="100"/>
        </p:scale>
        <p:origin x="43" y="30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Use Font size 22 to 28 and Font Style Calibri(body)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2300030112_CSE-2_Review-II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Picture 11" descr="KL University Guntur: Courses, Fees, Admission 2026 ...">
            <a:extLst>
              <a:ext uri="{FF2B5EF4-FFF2-40B4-BE49-F238E27FC236}">
                <a16:creationId xmlns:a16="http://schemas.microsoft.com/office/drawing/2014/main" id="{472328A0-15CC-729D-47DA-2F69F951B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90675" cy="90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515600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cs typeface="Arial" panose="020B0604020202020204" pitchFamily="34" charset="0"/>
              </a:rPr>
              <a:t>REVIEW-II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 of the Project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1418" y="1737503"/>
            <a:ext cx="10515600" cy="10975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Name</a:t>
            </a:r>
          </a:p>
          <a:p>
            <a:pPr marL="0" indent="0" algn="ctr">
              <a:buNone/>
            </a:pPr>
            <a:r>
              <a:rPr lang="en-US" sz="2400" dirty="0"/>
              <a:t>Reg. No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Guide Name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Designation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&amp;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Review-II                                                        Department of CSE-2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KL University Guntur: Courses, Fees, Admission 2026 ...">
            <a:extLst>
              <a:ext uri="{FF2B5EF4-FFF2-40B4-BE49-F238E27FC236}">
                <a16:creationId xmlns:a16="http://schemas.microsoft.com/office/drawing/2014/main" id="{C33389CB-B4DE-D8DB-E9CD-7A933880C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61" y="4946650"/>
            <a:ext cx="1725712" cy="10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Introduction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Problem Statement and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Functional &amp; Non-Functional Requirements</a:t>
            </a:r>
            <a:endParaRPr lang="en-IN" dirty="0"/>
          </a:p>
          <a:p>
            <a:pPr marL="796925" indent="-282575"/>
            <a:r>
              <a:rPr lang="en-US" dirty="0"/>
              <a:t>Functional Requirements and Non-Functional Requirements</a:t>
            </a:r>
          </a:p>
          <a:p>
            <a:pPr marL="796925" indent="-282575"/>
            <a:r>
              <a:rPr lang="en-US" dirty="0"/>
              <a:t>Requirement Traceability / Acceptance Criteria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Alternative Solutions &amp; Trade-off Analysis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Complete System Architecture</a:t>
            </a:r>
          </a:p>
          <a:p>
            <a:pPr marL="796925" lvl="1">
              <a:tabLst>
                <a:tab pos="1312863" algn="l"/>
              </a:tabLst>
            </a:pPr>
            <a:r>
              <a:rPr lang="en-US" dirty="0"/>
              <a:t>Architecture Diagram</a:t>
            </a:r>
          </a:p>
          <a:p>
            <a:pPr marL="796925" lvl="1">
              <a:tabLst>
                <a:tab pos="1312863" algn="l"/>
              </a:tabLst>
            </a:pPr>
            <a:r>
              <a:rPr lang="en-US" dirty="0"/>
              <a:t>Technology Stack</a:t>
            </a:r>
          </a:p>
          <a:p>
            <a:pPr marL="796925" lvl="1">
              <a:tabLst>
                <a:tab pos="1312863" algn="l"/>
              </a:tabLst>
            </a:pPr>
            <a:r>
              <a:rPr lang="en-US" dirty="0"/>
              <a:t>Design Rationale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IN" dirty="0"/>
              <a:t> </a:t>
            </a:r>
            <a:r>
              <a:rPr lang="en-US" dirty="0"/>
              <a:t>Detailed Design &amp; Data Flow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Implementation &amp; Unit-Level Progress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Testing&amp; Results 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Conclusion&amp; Future Scope</a:t>
            </a:r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 descr="KL University Guntur: Courses, Fees, Admission 2026 ...">
            <a:extLst>
              <a:ext uri="{FF2B5EF4-FFF2-40B4-BE49-F238E27FC236}">
                <a16:creationId xmlns:a16="http://schemas.microsoft.com/office/drawing/2014/main" id="{040E3191-07C5-EAE5-E856-8F5C7110C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90675" cy="8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 Font size 22 to 28 and Font Style Calibri(body)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Please enter the required Content or images or tables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1" descr="KL University Guntur: Courses, Fees, Admission 2026 ...">
            <a:extLst>
              <a:ext uri="{FF2B5EF4-FFF2-40B4-BE49-F238E27FC236}">
                <a16:creationId xmlns:a16="http://schemas.microsoft.com/office/drawing/2014/main" id="{1DE6236E-E9E2-30FD-D2E4-138C8254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PROBLEM STATEMENT &amp; 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Use Font size 22 to 28 and Font Style Calibri(body)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Do not change the Template: Heading / Title of the slides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Do not change font style or colours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Do not copy paste paragraphs: use only Bullet Points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Please enter the required Content or images or tables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Maximum 4 Objectives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3522" cy="365125"/>
          </a:xfrm>
        </p:spPr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 descr="KL University Guntur: Courses, Fees, Admission 2026 ...">
            <a:extLst>
              <a:ext uri="{FF2B5EF4-FFF2-40B4-BE49-F238E27FC236}">
                <a16:creationId xmlns:a16="http://schemas.microsoft.com/office/drawing/2014/main" id="{FCB93B5A-9A72-9C33-CA9A-573546DE5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11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FUNCTIONAL &amp; NON-FUNCTIONAL REQUIREMENTS</a:t>
            </a:r>
            <a:br>
              <a:rPr lang="en-IN" b="1" dirty="0"/>
            </a:b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r>
              <a:rPr lang="en-IN" dirty="0"/>
              <a:t>Use Font size 22 to 28 and Font Style Calibri(body)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Please enter the required Content or images or tables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5F77845A-18D6-2A92-CBE1-0BA5A5CF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ALTERNATIVE SOLUTIONS &amp; TRADE-OFF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b="1" dirty="0"/>
              <a:t>Data Required 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Use Font size 22 to 28 and Font Style Calibri(body)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Please enter the required Content or images or tables 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6DD692A6-15A5-BC54-1007-2069AC50E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01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marL="514350" indent="-514350" algn="ctr"/>
            <a:r>
              <a:rPr lang="en-US" b="1" dirty="0"/>
              <a:t>COMPLETE 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b="1" dirty="0"/>
              <a:t>Analytical Tools Required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Use Font size 22 to 28 and Font Style Calibri(body)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Please enter the required Content or images or tables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41089752-4838-5B66-D127-9306AD90C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4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marL="514350" indent="-514350" algn="ctr"/>
            <a:r>
              <a:rPr lang="en-IN" b="1" dirty="0"/>
              <a:t> </a:t>
            </a:r>
            <a:r>
              <a:rPr lang="en-US" b="1" dirty="0"/>
              <a:t>DETAILED DESIGN &amp; DATA FLOW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A3A50F5C-9036-CBE1-3EA6-F797D45EA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3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ctr"/>
            <a:r>
              <a:rPr lang="en-US" b="1" dirty="0"/>
              <a:t>IMPLEMENTATION &amp; UNIT-LEVEL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38373F6D-CA48-0850-F181-AE9264F5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TESTING&amp; RESULTS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F08C08E9-966B-351C-0038-F1D489B6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CONCLUSION&amp; FUTURE SCOPE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EDB97B66-C50D-CD5C-271D-11BBA7E8E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25735C75-4487-5B7D-EC2D-7F09444A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3012</TotalTime>
  <Words>566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Custom Design</vt:lpstr>
      <vt:lpstr>INSTRUCTIONS</vt:lpstr>
      <vt:lpstr>REVIEW-II  Title of the Project</vt:lpstr>
      <vt:lpstr>OUTLINE</vt:lpstr>
      <vt:lpstr>INTRODUCTION</vt:lpstr>
      <vt:lpstr>PROBLEM STATEMENT &amp; OBJECTIVES</vt:lpstr>
      <vt:lpstr>FUNCTIONAL &amp; NON-FUNCTIONAL REQUIREMENTS </vt:lpstr>
      <vt:lpstr>ALTERNATIVE SOLUTIONS &amp; TRADE-OFF ANALYSIS</vt:lpstr>
      <vt:lpstr>COMPLETE SYSTEM ARCHITECTURE</vt:lpstr>
      <vt:lpstr> DETAILED DESIGN &amp; DATA FLOW</vt:lpstr>
      <vt:lpstr>IMPLEMENTATION &amp; UNIT-LEVEL PROGRESS</vt:lpstr>
      <vt:lpstr>TESTING&amp; RESULTS  </vt:lpstr>
      <vt:lpstr>CONCLUSION&amp; FUTURE SCOPE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Shiyam V</cp:lastModifiedBy>
  <cp:revision>48</cp:revision>
  <dcterms:created xsi:type="dcterms:W3CDTF">2022-05-20T10:20:31Z</dcterms:created>
  <dcterms:modified xsi:type="dcterms:W3CDTF">2026-09-21T08:34:25Z</dcterms:modified>
</cp:coreProperties>
</file>